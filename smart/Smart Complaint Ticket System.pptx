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7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5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71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0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1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72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49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95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73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14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83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6F322B0-FAD6-4AB2-9434-61A3EEB5912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DCC865A-1B5B-4B2E-BC72-67E3814401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121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7DCB-225B-4A37-3832-71E836091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945630"/>
            <a:ext cx="8991600" cy="1645920"/>
          </a:xfrm>
        </p:spPr>
        <p:txBody>
          <a:bodyPr/>
          <a:lstStyle/>
          <a:p>
            <a:r>
              <a:rPr lang="en-IN" dirty="0"/>
              <a:t>Smart Complaint Ticket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869B9-EDD4-9DE1-C699-976CD9723B34}"/>
              </a:ext>
            </a:extLst>
          </p:cNvPr>
          <p:cNvSpPr txBox="1"/>
          <p:nvPr/>
        </p:nvSpPr>
        <p:spPr>
          <a:xfrm>
            <a:off x="1988666" y="2807455"/>
            <a:ext cx="82146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 simple web application to manage complaints easily</a:t>
            </a:r>
          </a:p>
          <a:p>
            <a:pPr algn="ctr"/>
            <a:r>
              <a:rPr lang="en-US" sz="2800" dirty="0"/>
              <a:t>Developed using Python (Flask)</a:t>
            </a:r>
          </a:p>
          <a:p>
            <a:pPr algn="ctr"/>
            <a:r>
              <a:rPr lang="en-US" sz="2800" dirty="0"/>
              <a:t>This project is designed to help organizations handle complaints in a faster and better way.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EAC1D4-6D2E-642F-D7F1-EA5492973637}"/>
              </a:ext>
            </a:extLst>
          </p:cNvPr>
          <p:cNvSpPr txBox="1"/>
          <p:nvPr/>
        </p:nvSpPr>
        <p:spPr>
          <a:xfrm>
            <a:off x="8875499" y="5147331"/>
            <a:ext cx="22950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By</a:t>
            </a:r>
          </a:p>
          <a:p>
            <a:r>
              <a:rPr lang="en-IN" sz="2800" dirty="0"/>
              <a:t>M Sowndarya</a:t>
            </a:r>
          </a:p>
        </p:txBody>
      </p:sp>
    </p:spTree>
    <p:extLst>
      <p:ext uri="{BB962C8B-B14F-4D97-AF65-F5344CB8AC3E}">
        <p14:creationId xmlns:p14="http://schemas.microsoft.com/office/powerpoint/2010/main" val="282312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18A6-DFAD-0E76-6D66-377DD14D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&amp;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BD7ED-9657-166F-DA6D-53015DAB09FE}"/>
              </a:ext>
            </a:extLst>
          </p:cNvPr>
          <p:cNvSpPr txBox="1"/>
          <p:nvPr/>
        </p:nvSpPr>
        <p:spPr>
          <a:xfrm>
            <a:off x="1133732" y="2932317"/>
            <a:ext cx="100367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 many offices, complaints are written in books or sent by email.</a:t>
            </a:r>
          </a:p>
          <a:p>
            <a:br>
              <a:rPr lang="en-US" sz="2800" dirty="0"/>
            </a:br>
            <a:r>
              <a:rPr lang="en-US" sz="2800" dirty="0"/>
              <a:t>This method takes more time and creates confusion.</a:t>
            </a:r>
            <a:br>
              <a:rPr lang="en-US" sz="2800" dirty="0"/>
            </a:br>
            <a:r>
              <a:rPr lang="en-US" sz="2800" dirty="0"/>
              <a:t>Sometimes complaints are missed or forgotten.</a:t>
            </a:r>
            <a:br>
              <a:rPr lang="en-US" sz="2800" dirty="0"/>
            </a:br>
            <a:r>
              <a:rPr lang="en-US" sz="2800" dirty="0"/>
              <a:t>Users do not know whether their complaint is solved or not.</a:t>
            </a:r>
            <a:br>
              <a:rPr lang="en-US" sz="2800" dirty="0"/>
            </a:br>
            <a:r>
              <a:rPr lang="en-US" sz="2800" dirty="0"/>
              <a:t>Admins also find it hard to manage many complaints at the same time.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3809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096E-74AA-3A4F-982C-0339C09F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C806-1828-2AEE-F310-16815D53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DB75C-B888-CAB7-4BF5-73A79C8A5093}"/>
              </a:ext>
            </a:extLst>
          </p:cNvPr>
          <p:cNvSpPr txBox="1"/>
          <p:nvPr/>
        </p:nvSpPr>
        <p:spPr>
          <a:xfrm>
            <a:off x="2009003" y="2650691"/>
            <a:ext cx="88031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Online Complaint registration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Automatic service ticket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Admin can view, assign and update complaints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Users can track complaint status anytime</a:t>
            </a:r>
          </a:p>
        </p:txBody>
      </p:sp>
    </p:spTree>
    <p:extLst>
      <p:ext uri="{BB962C8B-B14F-4D97-AF65-F5344CB8AC3E}">
        <p14:creationId xmlns:p14="http://schemas.microsoft.com/office/powerpoint/2010/main" val="357748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EFDF-37A2-AC91-AD74-A54DF8EF0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3AF2-25A4-7550-D3BB-71866D1D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81205-340C-0209-F87F-59E878729F69}"/>
              </a:ext>
            </a:extLst>
          </p:cNvPr>
          <p:cNvSpPr txBox="1"/>
          <p:nvPr/>
        </p:nvSpPr>
        <p:spPr>
          <a:xfrm>
            <a:off x="2559393" y="2888707"/>
            <a:ext cx="616447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Backend : Python (Flask)</a:t>
            </a:r>
          </a:p>
          <a:p>
            <a:r>
              <a:rPr lang="en-US" sz="3200" dirty="0"/>
              <a:t>Frontend : HTML, CSS, JavaScript</a:t>
            </a:r>
          </a:p>
          <a:p>
            <a:r>
              <a:rPr lang="en-US" sz="3200" dirty="0"/>
              <a:t>Database : MySQL</a:t>
            </a:r>
          </a:p>
          <a:p>
            <a:r>
              <a:rPr lang="en-US" sz="3200" dirty="0"/>
              <a:t>Tools: Pandas, SMTP, Excel, Power BI</a:t>
            </a:r>
          </a:p>
        </p:txBody>
      </p:sp>
    </p:spTree>
    <p:extLst>
      <p:ext uri="{BB962C8B-B14F-4D97-AF65-F5344CB8AC3E}">
        <p14:creationId xmlns:p14="http://schemas.microsoft.com/office/powerpoint/2010/main" val="192473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8E2-248B-490B-82B1-A05C7928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85CE-D142-6035-9A74-DAEC8FC9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89405"/>
            <a:ext cx="7729728" cy="118872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83CBC-FB59-8F6E-C705-0C4345C49AC1}"/>
              </a:ext>
            </a:extLst>
          </p:cNvPr>
          <p:cNvSpPr txBox="1"/>
          <p:nvPr/>
        </p:nvSpPr>
        <p:spPr>
          <a:xfrm>
            <a:off x="1067572" y="3172913"/>
            <a:ext cx="100568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system reduces manual work and improves efficiency.</a:t>
            </a:r>
            <a:br>
              <a:rPr lang="en-US" sz="3200" dirty="0"/>
            </a:br>
            <a:r>
              <a:rPr lang="en-US" sz="3200" dirty="0"/>
              <a:t>It ensures faster complaint resolution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385487809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36</TotalTime>
  <Words>171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Smart Complaint Ticket System</vt:lpstr>
      <vt:lpstr>Introduction &amp; Problem</vt:lpstr>
      <vt:lpstr>Proposed Solution</vt:lpstr>
      <vt:lpstr>Technologies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vishnudharan gm</dc:creator>
  <cp:lastModifiedBy>vishnudharan gm</cp:lastModifiedBy>
  <cp:revision>1</cp:revision>
  <dcterms:created xsi:type="dcterms:W3CDTF">2026-01-01T13:10:49Z</dcterms:created>
  <dcterms:modified xsi:type="dcterms:W3CDTF">2026-01-01T13:46:59Z</dcterms:modified>
</cp:coreProperties>
</file>